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 System Overview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&amp; Downtime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0" y="2926080"/>
            <a:ext cx="3931920" cy="0"/>
          </a:xfrm>
          <a:prstGeom prst="line">
            <a:avLst/>
          </a:prstGeom>
          <a:noFill/>
          <a:ln w="19050">
            <a:solidFill>
              <a:srgbClr val="5B4F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FAST Logistics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Everett Gaius S. Vergara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Chief Technology Officer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FYD TECHNOLOGIES OPC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10972800" cy="8229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MHE System is a web-based platform built for FAST Logistics to manage Material Handling Equipment (MHE) operations — replacing manual, paper-based processes with a centralized, auditable digital workflow.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772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Maintenance (PMS)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inspections via standardized checklists by accredited suppliers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Unplanned equipment failures and downtime incident tracking with corrective action plans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3520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across suppliers and FAST teams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procedures across all accredited suppliers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every transaction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dashboards, compliance reports, and KPIs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Process Owners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132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 /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Logistics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/ system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Accredited Suppliers (Toyota, Global, Boeing)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inspections and corrective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FYD TECHNOLOGIES OPC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developer and technology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Masters, review, confirm action plans, reports, downtime posting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checklists, action plans, downtime corrective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Incharge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downtime notification on post; coordinates supplier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scope: each user sees only their assigned supplier and FAST sites.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mhe-pms (Active)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Eagle Eye / fsc_web (Legacy)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12, PHP 8.5+, MariaDB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 Downtime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/mhe-downtimes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/mhes (mod 46)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+ MHE Summary/Utilization/Uptime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Utilization, Uptime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system going forward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phased out on go-live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3657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Browser → Routes → Controller → Service → Model →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Geo masters, downtime CRUD, action plans, Eagle Eye import (8,500+ records)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Hide legacy downtime module on go-live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 — Master Data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PMS and MHE Downtime share master data, maintained exclusively by FAST Administrators.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7607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Regions, Districts, Sites, Suppliers,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+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 Types, MHE Categories, MHE Inventories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+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PMS-specific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Groups, Checklist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3520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 Inventories link every unit to a site and accredited supplier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Builder defines the dynamic inspection form per MHE type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basis: 100% of all MHE units must be covered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(PMS) — Workflow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PMS (Draft) — site, MHE type, unit, technician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checklist — Good or No Good (+ remarks if No Good)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(Forward for Approval) — record becomes read-only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Auto-evaluate: all Good → No Findings; any No Good → With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Action Plans for each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progress comments; mark Action Plan as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in confirmation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(closed) or Reject (supplier revises)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PMS module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— Roles, Statuses &amp; Responsibilities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7589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Editable; not yet submitted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checklist items marked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Findings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 items marked No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Voided; read-only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10972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7040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for FAST Confirmation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/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or sent back for revision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rules: remarks required on No Good · submitted records read-only · FAST cannot edit supplier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 Downtime — Workflow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8229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downtime record (Draft) — site, unit, incident, 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downtime — status Posted; email to Supplier Incharge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Incharge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notification; coordinates supplier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corrective Action Plans on posted downtime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progress comments and attachments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Action Plan as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in Downtime Action Plan Confirmation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(closed) or Reject (supplier revises)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MHE Downtimes module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 Downtime — Roles, Statuses &amp; Notifications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749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Editable; supplier cannot create action 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can create action plans; email 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Voided; read-only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Post: system resolves Supplier Incharge by site + supplier → sends email notification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User: action plans ONLY on Posted downtimes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module: Downtime Action Plan Confirmation (distinct from PMS)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Eagle Eye used email + SMS; mhe-pms uses email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Post downtime + confirmation queue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868680"/>
            <a:ext cx="54864" cy="411480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</a:rPr>
              <a:t>FYD TECHNOLOGIES OPC | www.fydtech.io | Confidential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cards, pending FAST confirmations work queue, MHE Uptime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Summary, Checklist Findings, Action Plan, Pending Confirmation, Supplier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 Summary, MHE Utilization, MHE Uptime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(.xlsx) and PDF on all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Dashboard → Reports menu → filters and export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verett\Codes\mhe\mhe-pms\docs\presentations\assets\fy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286000" y="26060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Geo masters, downtime CRUD, action plans, Eagle Eye import (8,500+ records)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Legacy Eagle Eye downtime module cutover on go-live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Everett Gaius S. Vergara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Chief Technology Officer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FYD TECHNOLOGIES OPC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26F One Vertis Plaza, Vertis North, Quezon City 1105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+63 917 710 1995  |  Direct: +632 7618 2983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www.fydtech.io  ·  www.fydesigns.ph  ·  www.collectimate.io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FYD TECHNOLOGIES OPC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MHE System Overview: PMS &amp; Downtime</dc:title>
  <dc:subject>Prepared for FAST Logistics</dc:subject>
  <dc:creator>Everett Gaius S. Vergara</dc:creator>
  <cp:lastModifiedBy>Everett Gaius S. Vergara</cp:lastModifiedBy>
  <cp:revision>1</cp:revision>
  <dcterms:created xsi:type="dcterms:W3CDTF">2026-08-08T07:44:33Z</dcterms:created>
  <dcterms:modified xsi:type="dcterms:W3CDTF">2026-08-08T07:44:33Z</dcterms:modified>
</cp:coreProperties>
</file>